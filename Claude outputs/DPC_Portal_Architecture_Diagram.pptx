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5623560"/>
  <p:notesSz cx="562356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73152"/>
            <a:ext cx="1164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Self-Service Whitelisting Portal — Org / Bitbucket Stack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15875">
            <a:solidFill>
              <a:srgbClr val="2E4B6B"/>
            </a:solidFill>
            <a:prstDash val="solid"/>
          </a:ln>
          <a:effectLst>
            <a:outerShdw sx="100000" sy="100000" kx="0" ky="0" algn="bl" rotWithShape="0" blurRad="38100" dist="12700" dir="5400000">
              <a:srgbClr val="8C97A6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65760" y="566928"/>
            <a:ext cx="27432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(static frontend hosting)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outside this module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60520" y="566928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FDEEDC"/>
          </a:solidFill>
          <a:ln w="15875">
            <a:solidFill>
              <a:srgbClr val="2E4B6B"/>
            </a:solidFill>
            <a:prstDash val="solid"/>
          </a:ln>
          <a:effectLst>
            <a:outerShdw sx="100000" sy="100000" kx="0" ky="0" algn="bl" rotWithShape="0" blurRad="38100" dist="12700" dir="5400000">
              <a:srgbClr val="8C97A6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160520" y="566928"/>
            <a:ext cx="30632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Requester's Browser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+ MSAL (Azure AD)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444752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15875">
            <a:solidFill>
              <a:srgbClr val="2E4B6B"/>
            </a:solidFill>
            <a:prstDash val="solid"/>
          </a:ln>
          <a:effectLst>
            <a:outerShdw sx="100000" sy="100000" kx="0" ky="0" algn="bl" rotWithShape="0" blurRad="38100" dist="12700" dir="5400000">
              <a:srgbClr val="8C97A6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46120" y="1444752"/>
            <a:ext cx="42062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(HTTP API)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/dpc/request   GET /dpc/listrequests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/dpc/requests/{id}   POST /dpc/bitbucket/webhook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5875">
            <a:solidFill>
              <a:srgbClr val="2E4B6B"/>
            </a:solidFill>
            <a:prstDash val="solid"/>
          </a:ln>
          <a:effectLst>
            <a:outerShdw sx="100000" sy="100000" kx="0" ky="0" algn="bl" rotWithShape="0" blurRad="38100" dist="12700" dir="5400000">
              <a:srgbClr val="8C97A6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5760" y="2395728"/>
            <a:ext cx="31546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Lambda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(lambda/handler.py)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2395728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5875">
            <a:solidFill>
              <a:srgbClr val="2E4B6B"/>
            </a:solidFill>
            <a:prstDash val="solid"/>
          </a:ln>
          <a:effectLst>
            <a:outerShdw sx="100000" sy="100000" kx="0" ky="0" algn="bl" rotWithShape="0" blurRad="38100" dist="12700" dir="5400000">
              <a:srgbClr val="8C97A6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794760" y="2395728"/>
            <a:ext cx="35661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Lambda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(lambda-gitops/handler.py)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2395728"/>
            <a:ext cx="3456432" cy="777240"/>
          </a:xfrm>
          <a:prstGeom prst="roundRect">
            <a:avLst>
              <a:gd name="adj" fmla="val 9412"/>
            </a:avLst>
          </a:prstGeom>
          <a:solidFill>
            <a:srgbClr val="FDEEDC"/>
          </a:solidFill>
          <a:ln w="15875">
            <a:solidFill>
              <a:srgbClr val="2E4B6B"/>
            </a:solidFill>
            <a:prstDash val="solid"/>
          </a:ln>
          <a:effectLst>
            <a:outerShdw sx="100000" sy="100000" kx="0" ky="0" algn="bl" rotWithShape="0" blurRad="38100" dist="12700" dir="5400000">
              <a:srgbClr val="8C97A6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66760" y="2395728"/>
            <a:ext cx="345643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Server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repo (dev / qa / master)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38728"/>
            <a:ext cx="3154680" cy="621792"/>
          </a:xfrm>
          <a:prstGeom prst="roundRect">
            <a:avLst>
              <a:gd name="adj" fmla="val 11765"/>
            </a:avLst>
          </a:prstGeom>
          <a:solidFill>
            <a:srgbClr val="EAF7EE"/>
          </a:solidFill>
          <a:ln w="15875">
            <a:solidFill>
              <a:srgbClr val="2E4B6B"/>
            </a:solidFill>
            <a:prstDash val="solid"/>
          </a:ln>
          <a:effectLst>
            <a:outerShdw sx="100000" sy="100000" kx="0" ky="0" algn="bl" rotWithShape="0" blurRad="38100" dist="12700" dir="5400000">
              <a:srgbClr val="8C97A6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65760" y="3538728"/>
            <a:ext cx="31546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94760" y="3538728"/>
            <a:ext cx="1691640" cy="621792"/>
          </a:xfrm>
          <a:prstGeom prst="roundRect">
            <a:avLst>
              <a:gd name="adj" fmla="val 11765"/>
            </a:avLst>
          </a:prstGeom>
          <a:solidFill>
            <a:srgbClr val="EAF7EE"/>
          </a:solidFill>
          <a:ln w="15875">
            <a:solidFill>
              <a:srgbClr val="2E4B6B"/>
            </a:solidFill>
            <a:prstDash val="solid"/>
          </a:ln>
          <a:effectLst>
            <a:outerShdw sx="100000" sy="100000" kx="0" ky="0" algn="bl" rotWithShape="0" blurRad="38100" dist="12700" dir="5400000">
              <a:srgbClr val="8C97A6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794760" y="3538728"/>
            <a:ext cx="169164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(Bitbucket token)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3538728"/>
            <a:ext cx="1691640" cy="621792"/>
          </a:xfrm>
          <a:prstGeom prst="roundRect">
            <a:avLst>
              <a:gd name="adj" fmla="val 11765"/>
            </a:avLst>
          </a:prstGeom>
          <a:solidFill>
            <a:srgbClr val="EAF7EE"/>
          </a:solidFill>
          <a:ln w="15875">
            <a:solidFill>
              <a:srgbClr val="2E4B6B"/>
            </a:solidFill>
            <a:prstDash val="solid"/>
          </a:ln>
          <a:effectLst>
            <a:outerShdw sx="100000" sy="100000" kx="0" ky="0" algn="bl" rotWithShape="0" blurRad="38100" dist="12700" dir="5400000">
              <a:srgbClr val="8C97A6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669280" y="3538728"/>
            <a:ext cx="169164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66760" y="3538728"/>
            <a:ext cx="3456432" cy="621792"/>
          </a:xfrm>
          <a:prstGeom prst="roundRect">
            <a:avLst>
              <a:gd name="adj" fmla="val 11765"/>
            </a:avLst>
          </a:prstGeom>
          <a:solidFill>
            <a:srgbClr val="FBEFEF"/>
          </a:solidFill>
          <a:ln w="15875">
            <a:solidFill>
              <a:srgbClr val="2E4B6B"/>
            </a:solidFill>
            <a:prstDash val="solid"/>
          </a:ln>
          <a:effectLst>
            <a:outerShdw sx="100000" sy="100000" kx="0" ky="0" algn="bl" rotWithShape="0" blurRad="38100" dist="12700" dir="5400000">
              <a:srgbClr val="8C97A6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66760" y="3538728"/>
            <a:ext cx="345643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DLQ (optional)</a:t>
            </a:r>
            <a:endParaRPr lang="en-US" sz="11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enable_gitops_dlq = true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94760" y="461772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2E9FB"/>
          </a:solidFill>
          <a:ln w="15875">
            <a:solidFill>
              <a:srgbClr val="2E4B6B"/>
            </a:solidFill>
            <a:prstDash val="solid"/>
          </a:ln>
          <a:effectLst>
            <a:outerShdw sx="100000" sy="100000" kx="0" ky="0" algn="bl" rotWithShape="0" blurRad="38100" dist="12700" dir="5400000">
              <a:srgbClr val="8C97A6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794760" y="4617720"/>
            <a:ext cx="35661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rule — gitops_sweep</a:t>
            </a:r>
            <a:endParaRPr lang="en-US" sz="11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10 min)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108960" y="886968"/>
            <a:ext cx="1051560" cy="9144"/>
          </a:xfrm>
          <a:prstGeom prst="line">
            <a:avLst/>
          </a:prstGeom>
          <a:noFill/>
          <a:ln w="19050">
            <a:solidFill>
              <a:srgbClr val="2E4B6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040380" y="653796"/>
            <a:ext cx="1188720" cy="21031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SPA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H="1">
            <a:off x="5482971" y="1207008"/>
            <a:ext cx="89154" cy="237744"/>
          </a:xfrm>
          <a:prstGeom prst="line">
            <a:avLst/>
          </a:prstGeom>
          <a:noFill/>
          <a:ln w="19050">
            <a:solidFill>
              <a:srgbClr val="2E4B6B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13148" y="1220724"/>
            <a:ext cx="1828800" cy="21031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Bearer token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flipH="1">
            <a:off x="3289713" y="2157984"/>
            <a:ext cx="823811" cy="237744"/>
          </a:xfrm>
          <a:prstGeom prst="line">
            <a:avLst/>
          </a:prstGeom>
          <a:noFill/>
          <a:ln w="19050">
            <a:solidFill>
              <a:srgbClr val="2E4B6B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421459" y="2048256"/>
            <a:ext cx="1554480" cy="36576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AWS_PROXY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4 routes)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 flipH="1" flipV="1">
            <a:off x="7070949" y="2157984"/>
            <a:ext cx="1295811" cy="268400"/>
          </a:xfrm>
          <a:prstGeom prst="line">
            <a:avLst/>
          </a:prstGeom>
          <a:noFill/>
          <a:ln w="19050">
            <a:solidFill>
              <a:srgbClr val="8A5A00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8458200" y="1618488"/>
            <a:ext cx="3383280" cy="512064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events: pr:opened / merged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/ reviewer:*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 /dpc/bitbucket/webhook)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20440" y="2784348"/>
            <a:ext cx="274320" cy="9144"/>
          </a:xfrm>
          <a:prstGeom prst="line">
            <a:avLst/>
          </a:prstGeom>
          <a:noFill/>
          <a:ln w="19050">
            <a:solidFill>
              <a:srgbClr val="2E4B6B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2331720" y="3099816"/>
            <a:ext cx="2651760" cy="21031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invoke: CREATE_PR / PROMOTE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943100" y="3172968"/>
            <a:ext cx="9144" cy="365760"/>
          </a:xfrm>
          <a:prstGeom prst="line">
            <a:avLst/>
          </a:prstGeom>
          <a:noFill/>
          <a:ln w="19050">
            <a:solidFill>
              <a:srgbClr val="2E4B6B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1668780" y="3250692"/>
            <a:ext cx="1920240" cy="21031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Get/Put/Update/Query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 flipH="1">
            <a:off x="4914115" y="3172968"/>
            <a:ext cx="321806" cy="365760"/>
          </a:xfrm>
          <a:prstGeom prst="line">
            <a:avLst/>
          </a:prstGeom>
          <a:noFill/>
          <a:ln w="19050">
            <a:solidFill>
              <a:srgbClr val="2E4B6B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206338" y="3195828"/>
            <a:ext cx="1463040" cy="210312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GetSecretValue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19759" y="3172968"/>
            <a:ext cx="321806" cy="365760"/>
          </a:xfrm>
          <a:prstGeom prst="line">
            <a:avLst/>
          </a:prstGeom>
          <a:noFill/>
          <a:ln w="19050">
            <a:solidFill>
              <a:srgbClr val="2E4B6B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5714902" y="3118104"/>
            <a:ext cx="1005840" cy="36576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60920" y="2784348"/>
            <a:ext cx="1005840" cy="9144"/>
          </a:xfrm>
          <a:prstGeom prst="line">
            <a:avLst/>
          </a:prstGeom>
          <a:noFill/>
          <a:ln w="19050">
            <a:solidFill>
              <a:srgbClr val="2E4B6B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6606540" y="3127248"/>
            <a:ext cx="1691640" cy="292608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/ commit / PR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 API calls)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225722" y="3172968"/>
            <a:ext cx="1550948" cy="365760"/>
          </a:xfrm>
          <a:prstGeom prst="line">
            <a:avLst/>
          </a:prstGeom>
          <a:noFill/>
          <a:ln w="19050">
            <a:solidFill>
              <a:srgbClr val="8A2D2D"/>
            </a:solidFill>
            <a:prstDash val="dash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9738360" y="3209544"/>
            <a:ext cx="2011680" cy="27432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on-failure destination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retries exhausted)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 flipV="1">
            <a:off x="5577840" y="4279392"/>
            <a:ext cx="9144" cy="338328"/>
          </a:xfrm>
          <a:prstGeom prst="line">
            <a:avLst/>
          </a:prstGeom>
          <a:noFill/>
          <a:ln w="19050">
            <a:solidFill>
              <a:srgbClr val="2E4B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0" y="4279392"/>
            <a:ext cx="9144" cy="9144"/>
          </a:xfrm>
          <a:prstGeom prst="line">
            <a:avLst/>
          </a:prstGeom>
          <a:noFill/>
          <a:ln w="19050">
            <a:solidFill>
              <a:srgbClr val="2E4B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5577840" y="3172968"/>
            <a:ext cx="9144" cy="1106424"/>
          </a:xfrm>
          <a:prstGeom prst="line">
            <a:avLst/>
          </a:prstGeom>
          <a:noFill/>
          <a:ln w="19050">
            <a:solidFill>
              <a:srgbClr val="2E4B6B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2103120" y="4123944"/>
            <a:ext cx="2286000" cy="310896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SWEEP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(retries stuck syncs / locks)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2026-09-03T09:00:07Z</dcterms:created>
  <dcterms:modified xsi:type="dcterms:W3CDTF">2026-09-03T09:00:07Z</dcterms:modified>
</cp:coreProperties>
</file>