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4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2A3A8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 PLATFORM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DPC Self-Service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Whitelisting Portal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walkthrough — what it does, how requests flow through it, and how it keeps access changes safe and auditable.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bucket, secret, or key whitelisted meant a manual ask and a wait.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5292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one-off requests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change started as a ticket or a message to whoever owned the YAML file — no standard way to ask.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5292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unpredictable turnaround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Requesters waited on a person to notice, edit the file by hand, and push it through dev, QA, and prod one at a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710" y="25292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status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what stage a request was at, or to check what was already whitelisted before asking again.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portal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ask for access — the portal handles everything after you hit submit.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2152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9476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web app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94767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log in, pick a market and environment, and describe what buckets, secrets, keys, or functions need whitelisting — no YAML, no tickets.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338693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1821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tracked end to end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318211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request carries through dev, QA, and prod, with its own status and history the whole way.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462137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4165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does the rest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760720" y="441655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opens the pull requests, watches for approvals and merges, and moves the request forward on its own — a person only needs to review and approve code.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of one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once — promoted automatically through every environment.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96619" y="2468880"/>
            <a:ext cx="868680" cy="868680"/>
          </a:xfrm>
          <a:prstGeom prst="ellipse">
            <a:avLst/>
          </a:prstGeom>
          <a:solidFill>
            <a:srgbClr val="2A3A8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6619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11019" y="2903220"/>
            <a:ext cx="1221638" cy="0"/>
          </a:xfrm>
          <a:prstGeom prst="line">
            <a:avLst/>
          </a:prstGeom>
          <a:noFill/>
          <a:ln w="25400">
            <a:solidFill>
              <a:srgbClr val="5A6BC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13232" y="356616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995928"/>
            <a:ext cx="20354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fills out the form and hits submit.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8378" y="2468880"/>
            <a:ext cx="868680" cy="868680"/>
          </a:xfrm>
          <a:prstGeom prst="ellipse">
            <a:avLst/>
          </a:prstGeom>
          <a:solidFill>
            <a:srgbClr val="2A3A8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8378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92778" y="2903220"/>
            <a:ext cx="1221638" cy="0"/>
          </a:xfrm>
          <a:prstGeom prst="line">
            <a:avLst/>
          </a:prstGeom>
          <a:noFill/>
          <a:ln w="25400">
            <a:solidFill>
              <a:srgbClr val="5A6BC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894990" y="356616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PR opens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94990" y="3995928"/>
            <a:ext cx="20354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opens a pull request against dev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0136" y="2468880"/>
            <a:ext cx="868680" cy="868680"/>
          </a:xfrm>
          <a:prstGeom prst="ellipse">
            <a:avLst/>
          </a:prstGeom>
          <a:solidFill>
            <a:srgbClr val="2A3A8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0136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574536" y="2903220"/>
            <a:ext cx="1221638" cy="0"/>
          </a:xfrm>
          <a:prstGeom prst="line">
            <a:avLst/>
          </a:prstGeom>
          <a:noFill/>
          <a:ln w="25400">
            <a:solidFill>
              <a:srgbClr val="5A6BC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076749" y="356616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merge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76749" y="3995928"/>
            <a:ext cx="20354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approver reviews the code change and merges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1894" y="2468880"/>
            <a:ext cx="868680" cy="868680"/>
          </a:xfrm>
          <a:prstGeom prst="ellipse">
            <a:avLst/>
          </a:prstGeom>
          <a:solidFill>
            <a:srgbClr val="2A3A8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1894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756294" y="2903220"/>
            <a:ext cx="1221638" cy="0"/>
          </a:xfrm>
          <a:prstGeom prst="line">
            <a:avLst/>
          </a:prstGeom>
          <a:noFill/>
          <a:ln w="25400">
            <a:solidFill>
              <a:srgbClr val="5A6BC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258507" y="356616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Auto-promotes to QA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58507" y="3995928"/>
            <a:ext cx="20354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is detected; a QA pull request opens on its 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23653" y="2468880"/>
            <a:ext cx="868680" cy="868680"/>
          </a:xfrm>
          <a:prstGeom prst="ellipse">
            <a:avLst/>
          </a:prstGeom>
          <a:solidFill>
            <a:srgbClr val="2E9E6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23653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440266" y="3566160"/>
            <a:ext cx="2035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Auto-promotes to Prod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440266" y="3995928"/>
            <a:ext cx="20354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repeats until every requested stage is live.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82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5660136"/>
            <a:ext cx="530352" cy="530352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964" y="5787420"/>
            <a:ext cx="275783" cy="27578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600200" y="5577840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 on a status timeline the requester and approvers can see in real time — no one has to ask "where is my request?"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interact with day to 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request form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market, environment, and resource types — submit in minutes.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status timeline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stage a request is in, and what happened at each 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3481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whitelist viewer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what’s already whitelisted for a market/environment before asking again.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" y="43141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Role-aware experience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users and admins see the views and actions relevant to them.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3141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toolkit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controls for approvers to unblock or recover a stuck request.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379" y="431413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requested what, who approved it, and when — all preserved.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keeps it safe under the hood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the plumbing, for the engineers in the room.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3810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2140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 per market at a time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121408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market-level lock means a second request for the same market queues automatically instead of racing the first one’s pull request — it starts the moment the first finishes.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566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37526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20240" y="349300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tracked across every stage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126480" y="3493008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keeps its own record of which request is riding on which pull request, so a request that joins an already-open promotion doesn’t get lost.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937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51242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86460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by real events, not guesswork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4864608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only moves forward when the source-control system confirms a merge or approval — the portal never assumes, it reacts.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through real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multi-market test runs surfaced three real edge cases — all found and fixed before they affected anyone in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6334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joiners could be lost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joining an already-open promotion wasn’t always linked to it, so it could get orphaned.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468880"/>
            <a:ext cx="685800" cy="68580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6334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branches, shared PRs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markets promoting to the same branch can land on the same pull request — tracking now merges instead of overwriting.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468880"/>
            <a:ext cx="685800" cy="68580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6334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duplicate status entries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9776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could briefly show the same status twice. Removed the redundant entry — one clean line per event.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confirmed fixed by re-running the exact scenario that exposed them.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Reliability Work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controls for admins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get a few extra tools to review and recover requests.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4268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 links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6517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the underlying code review for any stage of a request.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4268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Force-release a stuck lock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6517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blocking request is confirmed dead, free up the market queue without waiting.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4484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a promotion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7091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re-trigger the next stage if a request needs a nudge forward.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297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4842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Temporary admin unlock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7091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stopgap code-based unlock while permanent role-based access is being set up — a UI convenience only, not a security control.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Capabilities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open item: tying access to identity, properly.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24816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2148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access by market, via Azure AD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anyone who can reach the portal can request whitelisting for any market. The fix is to only let a user request markets they’re actually assigned to — sourced from Azure AD groups or roles. This is in progress with the identity/platform team.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authentication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7365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login token on every request, not just in the browser.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41148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forgery gap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7365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auth lands, make sure a merge event can’t be faked to fast-track a request.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431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request. Full visibility.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manual YAML edits.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asks shipped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 in live testing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— both tied to Azure 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2026-09-07T09:09:40Z</dcterms:created>
  <dcterms:modified xsi:type="dcterms:W3CDTF">2026-09-07T09:09:40Z</dcterms:modified>
</cp:coreProperties>
</file>